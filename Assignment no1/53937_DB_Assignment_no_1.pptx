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D58A72-4932-415D-A876-ED5502AA6D22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4A00AFB-424F-43BA-B00A-5D6E0448EB9C}">
      <dgm:prSet/>
      <dgm:spPr/>
      <dgm:t>
        <a:bodyPr/>
        <a:lstStyle/>
        <a:p>
          <a:r>
            <a:rPr lang="en-GB"/>
            <a:t>Data Flow in Distributed Database</a:t>
          </a:r>
          <a:endParaRPr lang="en-US"/>
        </a:p>
      </dgm:t>
    </dgm:pt>
    <dgm:pt modelId="{0BA54B58-5220-4357-B8D8-B5BE61082493}" type="parTrans" cxnId="{A66F3DF2-E942-4AC9-ABF4-372DAAD9CFD2}">
      <dgm:prSet/>
      <dgm:spPr/>
      <dgm:t>
        <a:bodyPr/>
        <a:lstStyle/>
        <a:p>
          <a:endParaRPr lang="en-US"/>
        </a:p>
      </dgm:t>
    </dgm:pt>
    <dgm:pt modelId="{21B856D6-D558-4ABF-80DE-526EA975A88C}" type="sibTrans" cxnId="{A66F3DF2-E942-4AC9-ABF4-372DAAD9CFD2}">
      <dgm:prSet/>
      <dgm:spPr/>
      <dgm:t>
        <a:bodyPr/>
        <a:lstStyle/>
        <a:p>
          <a:endParaRPr lang="en-US"/>
        </a:p>
      </dgm:t>
    </dgm:pt>
    <dgm:pt modelId="{B2C4BE60-9622-4835-B19B-563F16CAEE8E}">
      <dgm:prSet/>
      <dgm:spPr/>
      <dgm:t>
        <a:bodyPr/>
        <a:lstStyle/>
        <a:p>
          <a:r>
            <a:rPr lang="en-GB"/>
            <a:t>User sends request (Query) to the system</a:t>
          </a:r>
          <a:endParaRPr lang="en-US"/>
        </a:p>
      </dgm:t>
    </dgm:pt>
    <dgm:pt modelId="{3C0C684E-F7D3-4BF0-8B80-C6EC9E3B7C0C}" type="parTrans" cxnId="{3595BA18-1BC3-45C9-8561-FAB9694BDBA2}">
      <dgm:prSet/>
      <dgm:spPr/>
      <dgm:t>
        <a:bodyPr/>
        <a:lstStyle/>
        <a:p>
          <a:endParaRPr lang="en-US"/>
        </a:p>
      </dgm:t>
    </dgm:pt>
    <dgm:pt modelId="{5FE8A751-28B0-4F37-8F38-A2E6AB021BA2}" type="sibTrans" cxnId="{3595BA18-1BC3-45C9-8561-FAB9694BDBA2}">
      <dgm:prSet/>
      <dgm:spPr/>
      <dgm:t>
        <a:bodyPr/>
        <a:lstStyle/>
        <a:p>
          <a:endParaRPr lang="en-US"/>
        </a:p>
      </dgm:t>
    </dgm:pt>
    <dgm:pt modelId="{D9B8ABF7-60AB-4559-B68E-BFA62546BEDB}">
      <dgm:prSet/>
      <dgm:spPr/>
      <dgm:t>
        <a:bodyPr/>
        <a:lstStyle/>
        <a:p>
          <a:r>
            <a:rPr lang="en-GB"/>
            <a:t>Request goes to a </a:t>
          </a:r>
          <a:r>
            <a:rPr lang="en-GB" b="1"/>
            <a:t>Coordinator Node</a:t>
          </a:r>
          <a:endParaRPr lang="en-US"/>
        </a:p>
      </dgm:t>
    </dgm:pt>
    <dgm:pt modelId="{828FDE2C-FF64-43B2-B371-C745CD3ED853}" type="parTrans" cxnId="{59E2543D-9CDA-4FC3-9209-0A831D660C67}">
      <dgm:prSet/>
      <dgm:spPr/>
      <dgm:t>
        <a:bodyPr/>
        <a:lstStyle/>
        <a:p>
          <a:endParaRPr lang="en-US"/>
        </a:p>
      </dgm:t>
    </dgm:pt>
    <dgm:pt modelId="{F035B981-CAC8-4DC8-9293-3971513437D8}" type="sibTrans" cxnId="{59E2543D-9CDA-4FC3-9209-0A831D660C67}">
      <dgm:prSet/>
      <dgm:spPr/>
      <dgm:t>
        <a:bodyPr/>
        <a:lstStyle/>
        <a:p>
          <a:endParaRPr lang="en-US"/>
        </a:p>
      </dgm:t>
    </dgm:pt>
    <dgm:pt modelId="{5FF7B8F7-16A3-4904-B477-12F21B4A41F1}">
      <dgm:prSet/>
      <dgm:spPr/>
      <dgm:t>
        <a:bodyPr/>
        <a:lstStyle/>
        <a:p>
          <a:r>
            <a:rPr lang="en-GB"/>
            <a:t>Coordinator checks:</a:t>
          </a:r>
          <a:endParaRPr lang="en-US"/>
        </a:p>
      </dgm:t>
    </dgm:pt>
    <dgm:pt modelId="{ACD3849D-195B-4A8E-9E1E-AE78D70455FB}" type="parTrans" cxnId="{B001404D-D740-45D7-BC5C-4309CAE80E35}">
      <dgm:prSet/>
      <dgm:spPr/>
      <dgm:t>
        <a:bodyPr/>
        <a:lstStyle/>
        <a:p>
          <a:endParaRPr lang="en-US"/>
        </a:p>
      </dgm:t>
    </dgm:pt>
    <dgm:pt modelId="{674167D7-55F4-472F-8BF4-D2D3F604FCF7}" type="sibTrans" cxnId="{B001404D-D740-45D7-BC5C-4309CAE80E35}">
      <dgm:prSet/>
      <dgm:spPr/>
      <dgm:t>
        <a:bodyPr/>
        <a:lstStyle/>
        <a:p>
          <a:endParaRPr lang="en-US"/>
        </a:p>
      </dgm:t>
    </dgm:pt>
    <dgm:pt modelId="{5900E715-736B-4BEA-A73D-EE98C859EBA2}">
      <dgm:prSet/>
      <dgm:spPr/>
      <dgm:t>
        <a:bodyPr/>
        <a:lstStyle/>
        <a:p>
          <a:r>
            <a:rPr lang="en-GB"/>
            <a:t>Where data is stored</a:t>
          </a:r>
          <a:endParaRPr lang="en-US"/>
        </a:p>
      </dgm:t>
    </dgm:pt>
    <dgm:pt modelId="{E2130825-9531-43BB-A97D-76C1C75109B3}" type="parTrans" cxnId="{BB969F40-FC38-4043-BDDF-01FDF268D24F}">
      <dgm:prSet/>
      <dgm:spPr/>
      <dgm:t>
        <a:bodyPr/>
        <a:lstStyle/>
        <a:p>
          <a:endParaRPr lang="en-US"/>
        </a:p>
      </dgm:t>
    </dgm:pt>
    <dgm:pt modelId="{C1F404CC-FC10-40F8-9A9A-29A918761C3E}" type="sibTrans" cxnId="{BB969F40-FC38-4043-BDDF-01FDF268D24F}">
      <dgm:prSet/>
      <dgm:spPr/>
      <dgm:t>
        <a:bodyPr/>
        <a:lstStyle/>
        <a:p>
          <a:endParaRPr lang="en-US"/>
        </a:p>
      </dgm:t>
    </dgm:pt>
    <dgm:pt modelId="{2669F67D-689A-404D-86E2-7CA5B74034C2}">
      <dgm:prSet/>
      <dgm:spPr/>
      <dgm:t>
        <a:bodyPr/>
        <a:lstStyle/>
        <a:p>
          <a:r>
            <a:rPr lang="en-GB"/>
            <a:t>Which server (node) has the required data</a:t>
          </a:r>
          <a:endParaRPr lang="en-US"/>
        </a:p>
      </dgm:t>
    </dgm:pt>
    <dgm:pt modelId="{3C1BABF4-8F89-4743-BA8E-A80B480B6942}" type="parTrans" cxnId="{B1E9D04D-663A-4677-97F8-47A725C8CFBF}">
      <dgm:prSet/>
      <dgm:spPr/>
      <dgm:t>
        <a:bodyPr/>
        <a:lstStyle/>
        <a:p>
          <a:endParaRPr lang="en-US"/>
        </a:p>
      </dgm:t>
    </dgm:pt>
    <dgm:pt modelId="{A2D25BE2-EC31-4178-B27A-5150C3E70A38}" type="sibTrans" cxnId="{B1E9D04D-663A-4677-97F8-47A725C8CFBF}">
      <dgm:prSet/>
      <dgm:spPr/>
      <dgm:t>
        <a:bodyPr/>
        <a:lstStyle/>
        <a:p>
          <a:endParaRPr lang="en-US"/>
        </a:p>
      </dgm:t>
    </dgm:pt>
    <dgm:pt modelId="{432D91AC-081C-4DAA-93BE-CAF729BA884E}">
      <dgm:prSet/>
      <dgm:spPr/>
      <dgm:t>
        <a:bodyPr/>
        <a:lstStyle/>
        <a:p>
          <a:r>
            <a:rPr lang="en-GB"/>
            <a:t>Query is divided into smaller parts (if needed)</a:t>
          </a:r>
          <a:endParaRPr lang="en-US"/>
        </a:p>
      </dgm:t>
    </dgm:pt>
    <dgm:pt modelId="{5D79E7F5-D6B8-4C8A-AF02-0E98FA12F58D}" type="parTrans" cxnId="{FD9A75C9-C219-4F44-A4CA-6CF76E5935AC}">
      <dgm:prSet/>
      <dgm:spPr/>
      <dgm:t>
        <a:bodyPr/>
        <a:lstStyle/>
        <a:p>
          <a:endParaRPr lang="en-US"/>
        </a:p>
      </dgm:t>
    </dgm:pt>
    <dgm:pt modelId="{46183BF8-EA5B-4ECF-8014-BAAD298F6DD6}" type="sibTrans" cxnId="{FD9A75C9-C219-4F44-A4CA-6CF76E5935AC}">
      <dgm:prSet/>
      <dgm:spPr/>
      <dgm:t>
        <a:bodyPr/>
        <a:lstStyle/>
        <a:p>
          <a:endParaRPr lang="en-US"/>
        </a:p>
      </dgm:t>
    </dgm:pt>
    <dgm:pt modelId="{CE9479B0-F424-4C02-A2D8-F0C0DE1AE12E}">
      <dgm:prSet/>
      <dgm:spPr/>
      <dgm:t>
        <a:bodyPr/>
        <a:lstStyle/>
        <a:p>
          <a:r>
            <a:rPr lang="en-GB"/>
            <a:t>Sub-queries are sent to different database servers</a:t>
          </a:r>
          <a:endParaRPr lang="en-US"/>
        </a:p>
      </dgm:t>
    </dgm:pt>
    <dgm:pt modelId="{2F070864-3FFE-4496-9DE4-614F30452F6B}" type="parTrans" cxnId="{096CF6BC-29D8-42DC-BE44-38E588F708FE}">
      <dgm:prSet/>
      <dgm:spPr/>
      <dgm:t>
        <a:bodyPr/>
        <a:lstStyle/>
        <a:p>
          <a:endParaRPr lang="en-US"/>
        </a:p>
      </dgm:t>
    </dgm:pt>
    <dgm:pt modelId="{576F383D-C9F0-4AB5-8B12-1D4FBC66D30A}" type="sibTrans" cxnId="{096CF6BC-29D8-42DC-BE44-38E588F708FE}">
      <dgm:prSet/>
      <dgm:spPr/>
      <dgm:t>
        <a:bodyPr/>
        <a:lstStyle/>
        <a:p>
          <a:endParaRPr lang="en-US"/>
        </a:p>
      </dgm:t>
    </dgm:pt>
    <dgm:pt modelId="{0AC52BD0-2ADA-4508-B6D1-6687D498EB73}">
      <dgm:prSet/>
      <dgm:spPr/>
      <dgm:t>
        <a:bodyPr/>
        <a:lstStyle/>
        <a:p>
          <a:r>
            <a:rPr lang="en-GB" b="1"/>
            <a:t>Simple Flow:</a:t>
          </a:r>
          <a:br>
            <a:rPr lang="en-GB"/>
          </a:br>
          <a:r>
            <a:rPr lang="en-GB"/>
            <a:t>User → Coordinator → Multiple Database Nodes</a:t>
          </a:r>
          <a:endParaRPr lang="en-US"/>
        </a:p>
      </dgm:t>
    </dgm:pt>
    <dgm:pt modelId="{51005B0E-4A4C-46BA-8E13-BE4685F1FC84}" type="parTrans" cxnId="{2204FCE5-044B-450A-B90B-CC9F097AACCC}">
      <dgm:prSet/>
      <dgm:spPr/>
      <dgm:t>
        <a:bodyPr/>
        <a:lstStyle/>
        <a:p>
          <a:endParaRPr lang="en-US"/>
        </a:p>
      </dgm:t>
    </dgm:pt>
    <dgm:pt modelId="{52E22E87-118F-4621-BCF3-20BD915BA1C5}" type="sibTrans" cxnId="{2204FCE5-044B-450A-B90B-CC9F097AACCC}">
      <dgm:prSet/>
      <dgm:spPr/>
      <dgm:t>
        <a:bodyPr/>
        <a:lstStyle/>
        <a:p>
          <a:endParaRPr lang="en-US"/>
        </a:p>
      </dgm:t>
    </dgm:pt>
    <dgm:pt modelId="{D52F55E3-C5A0-4565-B552-6E16794DE4E4}" type="pres">
      <dgm:prSet presAssocID="{58D58A72-4932-415D-A876-ED5502AA6D22}" presName="linear" presStyleCnt="0">
        <dgm:presLayoutVars>
          <dgm:dir/>
          <dgm:animLvl val="lvl"/>
          <dgm:resizeHandles val="exact"/>
        </dgm:presLayoutVars>
      </dgm:prSet>
      <dgm:spPr/>
    </dgm:pt>
    <dgm:pt modelId="{7FEB87D0-C037-401D-8C65-66023772F00B}" type="pres">
      <dgm:prSet presAssocID="{84A00AFB-424F-43BA-B00A-5D6E0448EB9C}" presName="parentLin" presStyleCnt="0"/>
      <dgm:spPr/>
    </dgm:pt>
    <dgm:pt modelId="{B34F1188-01FB-446A-BC3F-3242D280693D}" type="pres">
      <dgm:prSet presAssocID="{84A00AFB-424F-43BA-B00A-5D6E0448EB9C}" presName="parentLeftMargin" presStyleLbl="node1" presStyleIdx="0" presStyleCnt="7"/>
      <dgm:spPr/>
    </dgm:pt>
    <dgm:pt modelId="{26FF99BA-385F-429E-972F-BD755907BE95}" type="pres">
      <dgm:prSet presAssocID="{84A00AFB-424F-43BA-B00A-5D6E0448EB9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3A3D5FDF-8835-4B2A-87BF-60EC767DE3AA}" type="pres">
      <dgm:prSet presAssocID="{84A00AFB-424F-43BA-B00A-5D6E0448EB9C}" presName="negativeSpace" presStyleCnt="0"/>
      <dgm:spPr/>
    </dgm:pt>
    <dgm:pt modelId="{7C435DEA-79C7-4F17-BEC8-660BFD566001}" type="pres">
      <dgm:prSet presAssocID="{84A00AFB-424F-43BA-B00A-5D6E0448EB9C}" presName="childText" presStyleLbl="conFgAcc1" presStyleIdx="0" presStyleCnt="7">
        <dgm:presLayoutVars>
          <dgm:bulletEnabled val="1"/>
        </dgm:presLayoutVars>
      </dgm:prSet>
      <dgm:spPr/>
    </dgm:pt>
    <dgm:pt modelId="{7B125660-487D-4F65-A2DB-0B0ADDE32A1E}" type="pres">
      <dgm:prSet presAssocID="{21B856D6-D558-4ABF-80DE-526EA975A88C}" presName="spaceBetweenRectangles" presStyleCnt="0"/>
      <dgm:spPr/>
    </dgm:pt>
    <dgm:pt modelId="{955D8B85-674F-4B48-A225-032B29DF179E}" type="pres">
      <dgm:prSet presAssocID="{B2C4BE60-9622-4835-B19B-563F16CAEE8E}" presName="parentLin" presStyleCnt="0"/>
      <dgm:spPr/>
    </dgm:pt>
    <dgm:pt modelId="{116FB67C-BD58-4AC9-BDD6-276832866FC4}" type="pres">
      <dgm:prSet presAssocID="{B2C4BE60-9622-4835-B19B-563F16CAEE8E}" presName="parentLeftMargin" presStyleLbl="node1" presStyleIdx="0" presStyleCnt="7"/>
      <dgm:spPr/>
    </dgm:pt>
    <dgm:pt modelId="{A33C92D3-2A92-4F8F-8985-0E04675AB6F2}" type="pres">
      <dgm:prSet presAssocID="{B2C4BE60-9622-4835-B19B-563F16CAEE8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BEFAE74-A31C-4F70-B22E-235B459DAB34}" type="pres">
      <dgm:prSet presAssocID="{B2C4BE60-9622-4835-B19B-563F16CAEE8E}" presName="negativeSpace" presStyleCnt="0"/>
      <dgm:spPr/>
    </dgm:pt>
    <dgm:pt modelId="{BB22F9CC-50BE-4F13-9CAF-B5CEC0E774EB}" type="pres">
      <dgm:prSet presAssocID="{B2C4BE60-9622-4835-B19B-563F16CAEE8E}" presName="childText" presStyleLbl="conFgAcc1" presStyleIdx="1" presStyleCnt="7">
        <dgm:presLayoutVars>
          <dgm:bulletEnabled val="1"/>
        </dgm:presLayoutVars>
      </dgm:prSet>
      <dgm:spPr/>
    </dgm:pt>
    <dgm:pt modelId="{FFAFD782-E9D2-474C-8695-70208575BE12}" type="pres">
      <dgm:prSet presAssocID="{5FE8A751-28B0-4F37-8F38-A2E6AB021BA2}" presName="spaceBetweenRectangles" presStyleCnt="0"/>
      <dgm:spPr/>
    </dgm:pt>
    <dgm:pt modelId="{AA1A8DC0-1A54-4631-AC71-4E3836C90482}" type="pres">
      <dgm:prSet presAssocID="{D9B8ABF7-60AB-4559-B68E-BFA62546BEDB}" presName="parentLin" presStyleCnt="0"/>
      <dgm:spPr/>
    </dgm:pt>
    <dgm:pt modelId="{42B45C61-EDD7-4D62-93C2-00B692170BD2}" type="pres">
      <dgm:prSet presAssocID="{D9B8ABF7-60AB-4559-B68E-BFA62546BEDB}" presName="parentLeftMargin" presStyleLbl="node1" presStyleIdx="1" presStyleCnt="7"/>
      <dgm:spPr/>
    </dgm:pt>
    <dgm:pt modelId="{8BDE3D04-1E16-4E1F-9EB6-BAADF8C6A629}" type="pres">
      <dgm:prSet presAssocID="{D9B8ABF7-60AB-4559-B68E-BFA62546BEDB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CBB3B7C-00BB-4FB4-A2FD-F90802F441DD}" type="pres">
      <dgm:prSet presAssocID="{D9B8ABF7-60AB-4559-B68E-BFA62546BEDB}" presName="negativeSpace" presStyleCnt="0"/>
      <dgm:spPr/>
    </dgm:pt>
    <dgm:pt modelId="{FEAB1F9C-A994-4194-B59D-72C4DB435326}" type="pres">
      <dgm:prSet presAssocID="{D9B8ABF7-60AB-4559-B68E-BFA62546BEDB}" presName="childText" presStyleLbl="conFgAcc1" presStyleIdx="2" presStyleCnt="7">
        <dgm:presLayoutVars>
          <dgm:bulletEnabled val="1"/>
        </dgm:presLayoutVars>
      </dgm:prSet>
      <dgm:spPr/>
    </dgm:pt>
    <dgm:pt modelId="{45A97834-218F-4800-BE2E-E6F942A4E9AB}" type="pres">
      <dgm:prSet presAssocID="{F035B981-CAC8-4DC8-9293-3971513437D8}" presName="spaceBetweenRectangles" presStyleCnt="0"/>
      <dgm:spPr/>
    </dgm:pt>
    <dgm:pt modelId="{1E8DC989-F172-4258-94E1-467AC93F831D}" type="pres">
      <dgm:prSet presAssocID="{5FF7B8F7-16A3-4904-B477-12F21B4A41F1}" presName="parentLin" presStyleCnt="0"/>
      <dgm:spPr/>
    </dgm:pt>
    <dgm:pt modelId="{5284AC3C-0B05-4730-A462-36FE1DE78546}" type="pres">
      <dgm:prSet presAssocID="{5FF7B8F7-16A3-4904-B477-12F21B4A41F1}" presName="parentLeftMargin" presStyleLbl="node1" presStyleIdx="2" presStyleCnt="7"/>
      <dgm:spPr/>
    </dgm:pt>
    <dgm:pt modelId="{3512D5F0-0811-4900-A775-A75B0A0AEF49}" type="pres">
      <dgm:prSet presAssocID="{5FF7B8F7-16A3-4904-B477-12F21B4A41F1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0CB25AE-F5F1-4B4B-A44E-94A6B6DD9AA8}" type="pres">
      <dgm:prSet presAssocID="{5FF7B8F7-16A3-4904-B477-12F21B4A41F1}" presName="negativeSpace" presStyleCnt="0"/>
      <dgm:spPr/>
    </dgm:pt>
    <dgm:pt modelId="{25612184-FA2C-4222-B381-F9D494C19B7B}" type="pres">
      <dgm:prSet presAssocID="{5FF7B8F7-16A3-4904-B477-12F21B4A41F1}" presName="childText" presStyleLbl="conFgAcc1" presStyleIdx="3" presStyleCnt="7">
        <dgm:presLayoutVars>
          <dgm:bulletEnabled val="1"/>
        </dgm:presLayoutVars>
      </dgm:prSet>
      <dgm:spPr/>
    </dgm:pt>
    <dgm:pt modelId="{1B4A70A4-C7C7-4CE5-A0E2-980C2FE1719D}" type="pres">
      <dgm:prSet presAssocID="{674167D7-55F4-472F-8BF4-D2D3F604FCF7}" presName="spaceBetweenRectangles" presStyleCnt="0"/>
      <dgm:spPr/>
    </dgm:pt>
    <dgm:pt modelId="{CAE1EDA3-7FA6-4EB3-96EA-AD1D84B2A10E}" type="pres">
      <dgm:prSet presAssocID="{432D91AC-081C-4DAA-93BE-CAF729BA884E}" presName="parentLin" presStyleCnt="0"/>
      <dgm:spPr/>
    </dgm:pt>
    <dgm:pt modelId="{3B23B339-3EA3-4A13-9F59-A71219E76CBF}" type="pres">
      <dgm:prSet presAssocID="{432D91AC-081C-4DAA-93BE-CAF729BA884E}" presName="parentLeftMargin" presStyleLbl="node1" presStyleIdx="3" presStyleCnt="7"/>
      <dgm:spPr/>
    </dgm:pt>
    <dgm:pt modelId="{9CC542E1-C625-49A2-9ED9-114293E51EF9}" type="pres">
      <dgm:prSet presAssocID="{432D91AC-081C-4DAA-93BE-CAF729BA884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0190027-BBA2-4790-A14A-4194F1B9BFB6}" type="pres">
      <dgm:prSet presAssocID="{432D91AC-081C-4DAA-93BE-CAF729BA884E}" presName="negativeSpace" presStyleCnt="0"/>
      <dgm:spPr/>
    </dgm:pt>
    <dgm:pt modelId="{202A4047-55FB-4F85-96B7-13497BC93F57}" type="pres">
      <dgm:prSet presAssocID="{432D91AC-081C-4DAA-93BE-CAF729BA884E}" presName="childText" presStyleLbl="conFgAcc1" presStyleIdx="4" presStyleCnt="7">
        <dgm:presLayoutVars>
          <dgm:bulletEnabled val="1"/>
        </dgm:presLayoutVars>
      </dgm:prSet>
      <dgm:spPr/>
    </dgm:pt>
    <dgm:pt modelId="{3C22D1A8-A9DD-40FF-8853-75B33B76DA79}" type="pres">
      <dgm:prSet presAssocID="{46183BF8-EA5B-4ECF-8014-BAAD298F6DD6}" presName="spaceBetweenRectangles" presStyleCnt="0"/>
      <dgm:spPr/>
    </dgm:pt>
    <dgm:pt modelId="{5C3EC640-993D-4CB4-9CDF-95039958D914}" type="pres">
      <dgm:prSet presAssocID="{CE9479B0-F424-4C02-A2D8-F0C0DE1AE12E}" presName="parentLin" presStyleCnt="0"/>
      <dgm:spPr/>
    </dgm:pt>
    <dgm:pt modelId="{EC50BDD2-7E12-4C53-9B99-EFE414645667}" type="pres">
      <dgm:prSet presAssocID="{CE9479B0-F424-4C02-A2D8-F0C0DE1AE12E}" presName="parentLeftMargin" presStyleLbl="node1" presStyleIdx="4" presStyleCnt="7"/>
      <dgm:spPr/>
    </dgm:pt>
    <dgm:pt modelId="{2412C788-FF4D-4781-86C5-182F8422FEDD}" type="pres">
      <dgm:prSet presAssocID="{CE9479B0-F424-4C02-A2D8-F0C0DE1AE12E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945C621-7473-46CC-A552-56512CA25865}" type="pres">
      <dgm:prSet presAssocID="{CE9479B0-F424-4C02-A2D8-F0C0DE1AE12E}" presName="negativeSpace" presStyleCnt="0"/>
      <dgm:spPr/>
    </dgm:pt>
    <dgm:pt modelId="{2C1A6E0F-D753-4698-9D30-0F12B22FBE6C}" type="pres">
      <dgm:prSet presAssocID="{CE9479B0-F424-4C02-A2D8-F0C0DE1AE12E}" presName="childText" presStyleLbl="conFgAcc1" presStyleIdx="5" presStyleCnt="7">
        <dgm:presLayoutVars>
          <dgm:bulletEnabled val="1"/>
        </dgm:presLayoutVars>
      </dgm:prSet>
      <dgm:spPr/>
    </dgm:pt>
    <dgm:pt modelId="{49061C2C-AEBC-44FD-8FA9-542172D3431E}" type="pres">
      <dgm:prSet presAssocID="{576F383D-C9F0-4AB5-8B12-1D4FBC66D30A}" presName="spaceBetweenRectangles" presStyleCnt="0"/>
      <dgm:spPr/>
    </dgm:pt>
    <dgm:pt modelId="{19BB5D1D-C822-4444-B277-7B7222B6DF99}" type="pres">
      <dgm:prSet presAssocID="{0AC52BD0-2ADA-4508-B6D1-6687D498EB73}" presName="parentLin" presStyleCnt="0"/>
      <dgm:spPr/>
    </dgm:pt>
    <dgm:pt modelId="{71F0F508-B4A6-48A6-B1A0-186110E7EF93}" type="pres">
      <dgm:prSet presAssocID="{0AC52BD0-2ADA-4508-B6D1-6687D498EB73}" presName="parentLeftMargin" presStyleLbl="node1" presStyleIdx="5" presStyleCnt="7"/>
      <dgm:spPr/>
    </dgm:pt>
    <dgm:pt modelId="{927EAC25-F43E-4FCB-9FB4-6E9052E17E9C}" type="pres">
      <dgm:prSet presAssocID="{0AC52BD0-2ADA-4508-B6D1-6687D498EB73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D9636E4A-9800-4642-9525-84D0A3C55E81}" type="pres">
      <dgm:prSet presAssocID="{0AC52BD0-2ADA-4508-B6D1-6687D498EB73}" presName="negativeSpace" presStyleCnt="0"/>
      <dgm:spPr/>
    </dgm:pt>
    <dgm:pt modelId="{CFA4C1E5-C368-47C0-A524-1E1858FB9782}" type="pres">
      <dgm:prSet presAssocID="{0AC52BD0-2ADA-4508-B6D1-6687D498EB73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3595BA18-1BC3-45C9-8561-FAB9694BDBA2}" srcId="{58D58A72-4932-415D-A876-ED5502AA6D22}" destId="{B2C4BE60-9622-4835-B19B-563F16CAEE8E}" srcOrd="1" destOrd="0" parTransId="{3C0C684E-F7D3-4BF0-8B80-C6EC9E3B7C0C}" sibTransId="{5FE8A751-28B0-4F37-8F38-A2E6AB021BA2}"/>
    <dgm:cxn modelId="{A335841F-5922-40E4-91D1-5CB1EAD2B043}" type="presOf" srcId="{432D91AC-081C-4DAA-93BE-CAF729BA884E}" destId="{3B23B339-3EA3-4A13-9F59-A71219E76CBF}" srcOrd="0" destOrd="0" presId="urn:microsoft.com/office/officeart/2005/8/layout/list1"/>
    <dgm:cxn modelId="{3930E924-0119-42F2-BCC2-41E1005118D3}" type="presOf" srcId="{D9B8ABF7-60AB-4559-B68E-BFA62546BEDB}" destId="{42B45C61-EDD7-4D62-93C2-00B692170BD2}" srcOrd="0" destOrd="0" presId="urn:microsoft.com/office/officeart/2005/8/layout/list1"/>
    <dgm:cxn modelId="{1398CE27-E39E-45D4-9703-32F6D89E7A20}" type="presOf" srcId="{B2C4BE60-9622-4835-B19B-563F16CAEE8E}" destId="{A33C92D3-2A92-4F8F-8985-0E04675AB6F2}" srcOrd="1" destOrd="0" presId="urn:microsoft.com/office/officeart/2005/8/layout/list1"/>
    <dgm:cxn modelId="{E40A2936-703A-440E-9EB0-F12D9AD8AB90}" type="presOf" srcId="{84A00AFB-424F-43BA-B00A-5D6E0448EB9C}" destId="{B34F1188-01FB-446A-BC3F-3242D280693D}" srcOrd="0" destOrd="0" presId="urn:microsoft.com/office/officeart/2005/8/layout/list1"/>
    <dgm:cxn modelId="{FBC63E3B-3FC8-462C-B8D8-856E42B3331A}" type="presOf" srcId="{CE9479B0-F424-4C02-A2D8-F0C0DE1AE12E}" destId="{EC50BDD2-7E12-4C53-9B99-EFE414645667}" srcOrd="0" destOrd="0" presId="urn:microsoft.com/office/officeart/2005/8/layout/list1"/>
    <dgm:cxn modelId="{59E2543D-9CDA-4FC3-9209-0A831D660C67}" srcId="{58D58A72-4932-415D-A876-ED5502AA6D22}" destId="{D9B8ABF7-60AB-4559-B68E-BFA62546BEDB}" srcOrd="2" destOrd="0" parTransId="{828FDE2C-FF64-43B2-B371-C745CD3ED853}" sibTransId="{F035B981-CAC8-4DC8-9293-3971513437D8}"/>
    <dgm:cxn modelId="{BB969F40-FC38-4043-BDDF-01FDF268D24F}" srcId="{5FF7B8F7-16A3-4904-B477-12F21B4A41F1}" destId="{5900E715-736B-4BEA-A73D-EE98C859EBA2}" srcOrd="0" destOrd="0" parTransId="{E2130825-9531-43BB-A97D-76C1C75109B3}" sibTransId="{C1F404CC-FC10-40F8-9A9A-29A918761C3E}"/>
    <dgm:cxn modelId="{89E3955C-EC86-408F-8602-DF108491037B}" type="presOf" srcId="{CE9479B0-F424-4C02-A2D8-F0C0DE1AE12E}" destId="{2412C788-FF4D-4781-86C5-182F8422FEDD}" srcOrd="1" destOrd="0" presId="urn:microsoft.com/office/officeart/2005/8/layout/list1"/>
    <dgm:cxn modelId="{B001404D-D740-45D7-BC5C-4309CAE80E35}" srcId="{58D58A72-4932-415D-A876-ED5502AA6D22}" destId="{5FF7B8F7-16A3-4904-B477-12F21B4A41F1}" srcOrd="3" destOrd="0" parTransId="{ACD3849D-195B-4A8E-9E1E-AE78D70455FB}" sibTransId="{674167D7-55F4-472F-8BF4-D2D3F604FCF7}"/>
    <dgm:cxn modelId="{B1E9D04D-663A-4677-97F8-47A725C8CFBF}" srcId="{5FF7B8F7-16A3-4904-B477-12F21B4A41F1}" destId="{2669F67D-689A-404D-86E2-7CA5B74034C2}" srcOrd="1" destOrd="0" parTransId="{3C1BABF4-8F89-4743-BA8E-A80B480B6942}" sibTransId="{A2D25BE2-EC31-4178-B27A-5150C3E70A38}"/>
    <dgm:cxn modelId="{DA1AFC4D-2503-4656-A13E-B95F2EBE019A}" type="presOf" srcId="{5FF7B8F7-16A3-4904-B477-12F21B4A41F1}" destId="{5284AC3C-0B05-4730-A462-36FE1DE78546}" srcOrd="0" destOrd="0" presId="urn:microsoft.com/office/officeart/2005/8/layout/list1"/>
    <dgm:cxn modelId="{A58A2674-2343-4D98-A166-6829F4EC3F18}" type="presOf" srcId="{D9B8ABF7-60AB-4559-B68E-BFA62546BEDB}" destId="{8BDE3D04-1E16-4E1F-9EB6-BAADF8C6A629}" srcOrd="1" destOrd="0" presId="urn:microsoft.com/office/officeart/2005/8/layout/list1"/>
    <dgm:cxn modelId="{EE5D6D5A-6A86-4405-ABCE-4207495B50D1}" type="presOf" srcId="{2669F67D-689A-404D-86E2-7CA5B74034C2}" destId="{25612184-FA2C-4222-B381-F9D494C19B7B}" srcOrd="0" destOrd="1" presId="urn:microsoft.com/office/officeart/2005/8/layout/list1"/>
    <dgm:cxn modelId="{DA9E8E5A-D81F-4E96-951F-DA05BAFBB06C}" type="presOf" srcId="{5FF7B8F7-16A3-4904-B477-12F21B4A41F1}" destId="{3512D5F0-0811-4900-A775-A75B0A0AEF49}" srcOrd="1" destOrd="0" presId="urn:microsoft.com/office/officeart/2005/8/layout/list1"/>
    <dgm:cxn modelId="{CC0BB08E-5E32-4D6F-B01E-30504FC9CA75}" type="presOf" srcId="{58D58A72-4932-415D-A876-ED5502AA6D22}" destId="{D52F55E3-C5A0-4565-B552-6E16794DE4E4}" srcOrd="0" destOrd="0" presId="urn:microsoft.com/office/officeart/2005/8/layout/list1"/>
    <dgm:cxn modelId="{911AF48F-D472-4FDD-A590-50DC88F6C214}" type="presOf" srcId="{0AC52BD0-2ADA-4508-B6D1-6687D498EB73}" destId="{71F0F508-B4A6-48A6-B1A0-186110E7EF93}" srcOrd="0" destOrd="0" presId="urn:microsoft.com/office/officeart/2005/8/layout/list1"/>
    <dgm:cxn modelId="{B3BAFD9F-65B0-4A79-B882-4392D581872F}" type="presOf" srcId="{5900E715-736B-4BEA-A73D-EE98C859EBA2}" destId="{25612184-FA2C-4222-B381-F9D494C19B7B}" srcOrd="0" destOrd="0" presId="urn:microsoft.com/office/officeart/2005/8/layout/list1"/>
    <dgm:cxn modelId="{096CF6BC-29D8-42DC-BE44-38E588F708FE}" srcId="{58D58A72-4932-415D-A876-ED5502AA6D22}" destId="{CE9479B0-F424-4C02-A2D8-F0C0DE1AE12E}" srcOrd="5" destOrd="0" parTransId="{2F070864-3FFE-4496-9DE4-614F30452F6B}" sibTransId="{576F383D-C9F0-4AB5-8B12-1D4FBC66D30A}"/>
    <dgm:cxn modelId="{216F9CBD-86D7-4D79-A24A-D43016F71F99}" type="presOf" srcId="{B2C4BE60-9622-4835-B19B-563F16CAEE8E}" destId="{116FB67C-BD58-4AC9-BDD6-276832866FC4}" srcOrd="0" destOrd="0" presId="urn:microsoft.com/office/officeart/2005/8/layout/list1"/>
    <dgm:cxn modelId="{0BFDE4BF-099F-4D27-B506-6FCAEFE69016}" type="presOf" srcId="{432D91AC-081C-4DAA-93BE-CAF729BA884E}" destId="{9CC542E1-C625-49A2-9ED9-114293E51EF9}" srcOrd="1" destOrd="0" presId="urn:microsoft.com/office/officeart/2005/8/layout/list1"/>
    <dgm:cxn modelId="{5D7BA1C6-5A65-4AD8-9824-611EC6C1727F}" type="presOf" srcId="{0AC52BD0-2ADA-4508-B6D1-6687D498EB73}" destId="{927EAC25-F43E-4FCB-9FB4-6E9052E17E9C}" srcOrd="1" destOrd="0" presId="urn:microsoft.com/office/officeart/2005/8/layout/list1"/>
    <dgm:cxn modelId="{52A221C9-87BD-4F63-A193-13029F0B140E}" type="presOf" srcId="{84A00AFB-424F-43BA-B00A-5D6E0448EB9C}" destId="{26FF99BA-385F-429E-972F-BD755907BE95}" srcOrd="1" destOrd="0" presId="urn:microsoft.com/office/officeart/2005/8/layout/list1"/>
    <dgm:cxn modelId="{FD9A75C9-C219-4F44-A4CA-6CF76E5935AC}" srcId="{58D58A72-4932-415D-A876-ED5502AA6D22}" destId="{432D91AC-081C-4DAA-93BE-CAF729BA884E}" srcOrd="4" destOrd="0" parTransId="{5D79E7F5-D6B8-4C8A-AF02-0E98FA12F58D}" sibTransId="{46183BF8-EA5B-4ECF-8014-BAAD298F6DD6}"/>
    <dgm:cxn modelId="{2204FCE5-044B-450A-B90B-CC9F097AACCC}" srcId="{58D58A72-4932-415D-A876-ED5502AA6D22}" destId="{0AC52BD0-2ADA-4508-B6D1-6687D498EB73}" srcOrd="6" destOrd="0" parTransId="{51005B0E-4A4C-46BA-8E13-BE4685F1FC84}" sibTransId="{52E22E87-118F-4621-BCF3-20BD915BA1C5}"/>
    <dgm:cxn modelId="{A66F3DF2-E942-4AC9-ABF4-372DAAD9CFD2}" srcId="{58D58A72-4932-415D-A876-ED5502AA6D22}" destId="{84A00AFB-424F-43BA-B00A-5D6E0448EB9C}" srcOrd="0" destOrd="0" parTransId="{0BA54B58-5220-4357-B8D8-B5BE61082493}" sibTransId="{21B856D6-D558-4ABF-80DE-526EA975A88C}"/>
    <dgm:cxn modelId="{0FE5AAF6-0170-4669-AE48-3E616E42683B}" type="presParOf" srcId="{D52F55E3-C5A0-4565-B552-6E16794DE4E4}" destId="{7FEB87D0-C037-401D-8C65-66023772F00B}" srcOrd="0" destOrd="0" presId="urn:microsoft.com/office/officeart/2005/8/layout/list1"/>
    <dgm:cxn modelId="{B43C8D8B-5BAE-445E-9612-7F4630AF4EB0}" type="presParOf" srcId="{7FEB87D0-C037-401D-8C65-66023772F00B}" destId="{B34F1188-01FB-446A-BC3F-3242D280693D}" srcOrd="0" destOrd="0" presId="urn:microsoft.com/office/officeart/2005/8/layout/list1"/>
    <dgm:cxn modelId="{FE2AE93D-E935-4EDE-AEF5-60488AF7A4DD}" type="presParOf" srcId="{7FEB87D0-C037-401D-8C65-66023772F00B}" destId="{26FF99BA-385F-429E-972F-BD755907BE95}" srcOrd="1" destOrd="0" presId="urn:microsoft.com/office/officeart/2005/8/layout/list1"/>
    <dgm:cxn modelId="{6BE1AFC9-577F-42FC-82B8-6DB4F576029F}" type="presParOf" srcId="{D52F55E3-C5A0-4565-B552-6E16794DE4E4}" destId="{3A3D5FDF-8835-4B2A-87BF-60EC767DE3AA}" srcOrd="1" destOrd="0" presId="urn:microsoft.com/office/officeart/2005/8/layout/list1"/>
    <dgm:cxn modelId="{FBA5F183-E4E9-4109-AF0F-8F354FA25F40}" type="presParOf" srcId="{D52F55E3-C5A0-4565-B552-6E16794DE4E4}" destId="{7C435DEA-79C7-4F17-BEC8-660BFD566001}" srcOrd="2" destOrd="0" presId="urn:microsoft.com/office/officeart/2005/8/layout/list1"/>
    <dgm:cxn modelId="{9CB679BE-C631-468D-A262-7CB04FE08597}" type="presParOf" srcId="{D52F55E3-C5A0-4565-B552-6E16794DE4E4}" destId="{7B125660-487D-4F65-A2DB-0B0ADDE32A1E}" srcOrd="3" destOrd="0" presId="urn:microsoft.com/office/officeart/2005/8/layout/list1"/>
    <dgm:cxn modelId="{66809FD4-E852-43A0-A39F-575825DD973E}" type="presParOf" srcId="{D52F55E3-C5A0-4565-B552-6E16794DE4E4}" destId="{955D8B85-674F-4B48-A225-032B29DF179E}" srcOrd="4" destOrd="0" presId="urn:microsoft.com/office/officeart/2005/8/layout/list1"/>
    <dgm:cxn modelId="{BD85CE94-92EE-436F-BAFA-FB26914B9AD2}" type="presParOf" srcId="{955D8B85-674F-4B48-A225-032B29DF179E}" destId="{116FB67C-BD58-4AC9-BDD6-276832866FC4}" srcOrd="0" destOrd="0" presId="urn:microsoft.com/office/officeart/2005/8/layout/list1"/>
    <dgm:cxn modelId="{7FC88A07-C164-4E2C-8E96-08589C0CAB71}" type="presParOf" srcId="{955D8B85-674F-4B48-A225-032B29DF179E}" destId="{A33C92D3-2A92-4F8F-8985-0E04675AB6F2}" srcOrd="1" destOrd="0" presId="urn:microsoft.com/office/officeart/2005/8/layout/list1"/>
    <dgm:cxn modelId="{4E378748-CA2E-4AE0-8706-0866BB170B2B}" type="presParOf" srcId="{D52F55E3-C5A0-4565-B552-6E16794DE4E4}" destId="{BBEFAE74-A31C-4F70-B22E-235B459DAB34}" srcOrd="5" destOrd="0" presId="urn:microsoft.com/office/officeart/2005/8/layout/list1"/>
    <dgm:cxn modelId="{4B52362E-2E74-4B99-8972-3D4C175803C2}" type="presParOf" srcId="{D52F55E3-C5A0-4565-B552-6E16794DE4E4}" destId="{BB22F9CC-50BE-4F13-9CAF-B5CEC0E774EB}" srcOrd="6" destOrd="0" presId="urn:microsoft.com/office/officeart/2005/8/layout/list1"/>
    <dgm:cxn modelId="{156CE2D0-EC2E-4556-9F0F-D69F7DEE290F}" type="presParOf" srcId="{D52F55E3-C5A0-4565-B552-6E16794DE4E4}" destId="{FFAFD782-E9D2-474C-8695-70208575BE12}" srcOrd="7" destOrd="0" presId="urn:microsoft.com/office/officeart/2005/8/layout/list1"/>
    <dgm:cxn modelId="{45C66CA5-6BCB-4226-81AB-7ED86B80456A}" type="presParOf" srcId="{D52F55E3-C5A0-4565-B552-6E16794DE4E4}" destId="{AA1A8DC0-1A54-4631-AC71-4E3836C90482}" srcOrd="8" destOrd="0" presId="urn:microsoft.com/office/officeart/2005/8/layout/list1"/>
    <dgm:cxn modelId="{7F77499D-57C4-4770-9604-C0DE863F1F73}" type="presParOf" srcId="{AA1A8DC0-1A54-4631-AC71-4E3836C90482}" destId="{42B45C61-EDD7-4D62-93C2-00B692170BD2}" srcOrd="0" destOrd="0" presId="urn:microsoft.com/office/officeart/2005/8/layout/list1"/>
    <dgm:cxn modelId="{ECE4D524-5074-4404-8DE8-7243A1E08065}" type="presParOf" srcId="{AA1A8DC0-1A54-4631-AC71-4E3836C90482}" destId="{8BDE3D04-1E16-4E1F-9EB6-BAADF8C6A629}" srcOrd="1" destOrd="0" presId="urn:microsoft.com/office/officeart/2005/8/layout/list1"/>
    <dgm:cxn modelId="{8E4676F9-2A17-4752-A036-C86C2BB6D664}" type="presParOf" srcId="{D52F55E3-C5A0-4565-B552-6E16794DE4E4}" destId="{8CBB3B7C-00BB-4FB4-A2FD-F90802F441DD}" srcOrd="9" destOrd="0" presId="urn:microsoft.com/office/officeart/2005/8/layout/list1"/>
    <dgm:cxn modelId="{562CFBC9-F639-4005-BF4A-10C5C37D963C}" type="presParOf" srcId="{D52F55E3-C5A0-4565-B552-6E16794DE4E4}" destId="{FEAB1F9C-A994-4194-B59D-72C4DB435326}" srcOrd="10" destOrd="0" presId="urn:microsoft.com/office/officeart/2005/8/layout/list1"/>
    <dgm:cxn modelId="{6B88CE73-B7E3-420A-A35B-6DA3A03BF6EE}" type="presParOf" srcId="{D52F55E3-C5A0-4565-B552-6E16794DE4E4}" destId="{45A97834-218F-4800-BE2E-E6F942A4E9AB}" srcOrd="11" destOrd="0" presId="urn:microsoft.com/office/officeart/2005/8/layout/list1"/>
    <dgm:cxn modelId="{D87EA6EE-8B21-480A-BE71-CAAB3BE01268}" type="presParOf" srcId="{D52F55E3-C5A0-4565-B552-6E16794DE4E4}" destId="{1E8DC989-F172-4258-94E1-467AC93F831D}" srcOrd="12" destOrd="0" presId="urn:microsoft.com/office/officeart/2005/8/layout/list1"/>
    <dgm:cxn modelId="{65CB8E54-B899-448E-90B8-D05C4F172AE9}" type="presParOf" srcId="{1E8DC989-F172-4258-94E1-467AC93F831D}" destId="{5284AC3C-0B05-4730-A462-36FE1DE78546}" srcOrd="0" destOrd="0" presId="urn:microsoft.com/office/officeart/2005/8/layout/list1"/>
    <dgm:cxn modelId="{9950E702-5787-4F9A-AE71-FDFA1F82C81D}" type="presParOf" srcId="{1E8DC989-F172-4258-94E1-467AC93F831D}" destId="{3512D5F0-0811-4900-A775-A75B0A0AEF49}" srcOrd="1" destOrd="0" presId="urn:microsoft.com/office/officeart/2005/8/layout/list1"/>
    <dgm:cxn modelId="{734C8855-56F1-4EFE-B8BD-F885854AC1A5}" type="presParOf" srcId="{D52F55E3-C5A0-4565-B552-6E16794DE4E4}" destId="{90CB25AE-F5F1-4B4B-A44E-94A6B6DD9AA8}" srcOrd="13" destOrd="0" presId="urn:microsoft.com/office/officeart/2005/8/layout/list1"/>
    <dgm:cxn modelId="{29EE3DE8-A303-4377-8D5A-194DFEB532DA}" type="presParOf" srcId="{D52F55E3-C5A0-4565-B552-6E16794DE4E4}" destId="{25612184-FA2C-4222-B381-F9D494C19B7B}" srcOrd="14" destOrd="0" presId="urn:microsoft.com/office/officeart/2005/8/layout/list1"/>
    <dgm:cxn modelId="{3034EF60-0E4F-4ED8-B59D-9D21D9F942D2}" type="presParOf" srcId="{D52F55E3-C5A0-4565-B552-6E16794DE4E4}" destId="{1B4A70A4-C7C7-4CE5-A0E2-980C2FE1719D}" srcOrd="15" destOrd="0" presId="urn:microsoft.com/office/officeart/2005/8/layout/list1"/>
    <dgm:cxn modelId="{AC41B2B4-6455-4405-BF75-DEC6410918DA}" type="presParOf" srcId="{D52F55E3-C5A0-4565-B552-6E16794DE4E4}" destId="{CAE1EDA3-7FA6-4EB3-96EA-AD1D84B2A10E}" srcOrd="16" destOrd="0" presId="urn:microsoft.com/office/officeart/2005/8/layout/list1"/>
    <dgm:cxn modelId="{4EF098C3-C372-49D8-A9B6-803923564FE1}" type="presParOf" srcId="{CAE1EDA3-7FA6-4EB3-96EA-AD1D84B2A10E}" destId="{3B23B339-3EA3-4A13-9F59-A71219E76CBF}" srcOrd="0" destOrd="0" presId="urn:microsoft.com/office/officeart/2005/8/layout/list1"/>
    <dgm:cxn modelId="{9E9AFA76-A493-4A24-B99F-26CB0403C81C}" type="presParOf" srcId="{CAE1EDA3-7FA6-4EB3-96EA-AD1D84B2A10E}" destId="{9CC542E1-C625-49A2-9ED9-114293E51EF9}" srcOrd="1" destOrd="0" presId="urn:microsoft.com/office/officeart/2005/8/layout/list1"/>
    <dgm:cxn modelId="{FC230741-8220-495B-963A-5BA14D64AB1D}" type="presParOf" srcId="{D52F55E3-C5A0-4565-B552-6E16794DE4E4}" destId="{20190027-BBA2-4790-A14A-4194F1B9BFB6}" srcOrd="17" destOrd="0" presId="urn:microsoft.com/office/officeart/2005/8/layout/list1"/>
    <dgm:cxn modelId="{DC728A37-F4C7-455A-B593-890A9942097E}" type="presParOf" srcId="{D52F55E3-C5A0-4565-B552-6E16794DE4E4}" destId="{202A4047-55FB-4F85-96B7-13497BC93F57}" srcOrd="18" destOrd="0" presId="urn:microsoft.com/office/officeart/2005/8/layout/list1"/>
    <dgm:cxn modelId="{344C0D78-825E-4399-A6DC-627302F3EBDC}" type="presParOf" srcId="{D52F55E3-C5A0-4565-B552-6E16794DE4E4}" destId="{3C22D1A8-A9DD-40FF-8853-75B33B76DA79}" srcOrd="19" destOrd="0" presId="urn:microsoft.com/office/officeart/2005/8/layout/list1"/>
    <dgm:cxn modelId="{B50B54DA-4D31-4A83-8724-10DC62D4A158}" type="presParOf" srcId="{D52F55E3-C5A0-4565-B552-6E16794DE4E4}" destId="{5C3EC640-993D-4CB4-9CDF-95039958D914}" srcOrd="20" destOrd="0" presId="urn:microsoft.com/office/officeart/2005/8/layout/list1"/>
    <dgm:cxn modelId="{9D29C7BC-B5A6-43A7-94F5-C96E8B370987}" type="presParOf" srcId="{5C3EC640-993D-4CB4-9CDF-95039958D914}" destId="{EC50BDD2-7E12-4C53-9B99-EFE414645667}" srcOrd="0" destOrd="0" presId="urn:microsoft.com/office/officeart/2005/8/layout/list1"/>
    <dgm:cxn modelId="{196C7ABC-C5E8-4E5A-A3D0-ED19D687288F}" type="presParOf" srcId="{5C3EC640-993D-4CB4-9CDF-95039958D914}" destId="{2412C788-FF4D-4781-86C5-182F8422FEDD}" srcOrd="1" destOrd="0" presId="urn:microsoft.com/office/officeart/2005/8/layout/list1"/>
    <dgm:cxn modelId="{4C28A0BD-CF66-48B5-ADEB-0628DD6F4F66}" type="presParOf" srcId="{D52F55E3-C5A0-4565-B552-6E16794DE4E4}" destId="{C945C621-7473-46CC-A552-56512CA25865}" srcOrd="21" destOrd="0" presId="urn:microsoft.com/office/officeart/2005/8/layout/list1"/>
    <dgm:cxn modelId="{640209D2-A59F-4319-A65E-79859AAD0E88}" type="presParOf" srcId="{D52F55E3-C5A0-4565-B552-6E16794DE4E4}" destId="{2C1A6E0F-D753-4698-9D30-0F12B22FBE6C}" srcOrd="22" destOrd="0" presId="urn:microsoft.com/office/officeart/2005/8/layout/list1"/>
    <dgm:cxn modelId="{87844C01-8784-4414-8D3C-2512D0867E39}" type="presParOf" srcId="{D52F55E3-C5A0-4565-B552-6E16794DE4E4}" destId="{49061C2C-AEBC-44FD-8FA9-542172D3431E}" srcOrd="23" destOrd="0" presId="urn:microsoft.com/office/officeart/2005/8/layout/list1"/>
    <dgm:cxn modelId="{005B4FC9-1675-4A72-8E5F-AA1295FE7A7C}" type="presParOf" srcId="{D52F55E3-C5A0-4565-B552-6E16794DE4E4}" destId="{19BB5D1D-C822-4444-B277-7B7222B6DF99}" srcOrd="24" destOrd="0" presId="urn:microsoft.com/office/officeart/2005/8/layout/list1"/>
    <dgm:cxn modelId="{A3924366-826B-4A09-93CB-124B73B6FE54}" type="presParOf" srcId="{19BB5D1D-C822-4444-B277-7B7222B6DF99}" destId="{71F0F508-B4A6-48A6-B1A0-186110E7EF93}" srcOrd="0" destOrd="0" presId="urn:microsoft.com/office/officeart/2005/8/layout/list1"/>
    <dgm:cxn modelId="{F67F2B15-DD11-420B-868A-8756C0E89B2C}" type="presParOf" srcId="{19BB5D1D-C822-4444-B277-7B7222B6DF99}" destId="{927EAC25-F43E-4FCB-9FB4-6E9052E17E9C}" srcOrd="1" destOrd="0" presId="urn:microsoft.com/office/officeart/2005/8/layout/list1"/>
    <dgm:cxn modelId="{E6FE512A-7902-40CA-8962-6FFB8D948EA4}" type="presParOf" srcId="{D52F55E3-C5A0-4565-B552-6E16794DE4E4}" destId="{D9636E4A-9800-4642-9525-84D0A3C55E81}" srcOrd="25" destOrd="0" presId="urn:microsoft.com/office/officeart/2005/8/layout/list1"/>
    <dgm:cxn modelId="{2BA49429-ACDB-4B0D-AAC4-E5FC604D799C}" type="presParOf" srcId="{D52F55E3-C5A0-4565-B552-6E16794DE4E4}" destId="{CFA4C1E5-C368-47C0-A524-1E1858FB9782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35DEA-79C7-4F17-BEC8-660BFD566001}">
      <dsp:nvSpPr>
        <dsp:cNvPr id="0" name=""/>
        <dsp:cNvSpPr/>
      </dsp:nvSpPr>
      <dsp:spPr>
        <a:xfrm>
          <a:off x="0" y="3593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FF99BA-385F-429E-972F-BD755907BE95}">
      <dsp:nvSpPr>
        <dsp:cNvPr id="0" name=""/>
        <dsp:cNvSpPr/>
      </dsp:nvSpPr>
      <dsp:spPr>
        <a:xfrm>
          <a:off x="333341" y="137997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Data Flow in Distributed Database</a:t>
          </a:r>
          <a:endParaRPr lang="en-US" sz="1500" kern="1200"/>
        </a:p>
      </dsp:txBody>
      <dsp:txXfrm>
        <a:off x="354957" y="159613"/>
        <a:ext cx="4623551" cy="399568"/>
      </dsp:txXfrm>
    </dsp:sp>
    <dsp:sp modelId="{BB22F9CC-50BE-4F13-9CAF-B5CEC0E774EB}">
      <dsp:nvSpPr>
        <dsp:cNvPr id="0" name=""/>
        <dsp:cNvSpPr/>
      </dsp:nvSpPr>
      <dsp:spPr>
        <a:xfrm>
          <a:off x="0" y="10397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3C92D3-2A92-4F8F-8985-0E04675AB6F2}">
      <dsp:nvSpPr>
        <dsp:cNvPr id="0" name=""/>
        <dsp:cNvSpPr/>
      </dsp:nvSpPr>
      <dsp:spPr>
        <a:xfrm>
          <a:off x="333341" y="818397"/>
          <a:ext cx="4666783" cy="442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User sends request (Query) to the system</a:t>
          </a:r>
          <a:endParaRPr lang="en-US" sz="1500" kern="1200"/>
        </a:p>
      </dsp:txBody>
      <dsp:txXfrm>
        <a:off x="354957" y="840013"/>
        <a:ext cx="4623551" cy="399568"/>
      </dsp:txXfrm>
    </dsp:sp>
    <dsp:sp modelId="{FEAB1F9C-A994-4194-B59D-72C4DB435326}">
      <dsp:nvSpPr>
        <dsp:cNvPr id="0" name=""/>
        <dsp:cNvSpPr/>
      </dsp:nvSpPr>
      <dsp:spPr>
        <a:xfrm>
          <a:off x="0" y="1720197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E3D04-1E16-4E1F-9EB6-BAADF8C6A629}">
      <dsp:nvSpPr>
        <dsp:cNvPr id="0" name=""/>
        <dsp:cNvSpPr/>
      </dsp:nvSpPr>
      <dsp:spPr>
        <a:xfrm>
          <a:off x="333341" y="1498797"/>
          <a:ext cx="4666783" cy="44280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Request goes to a </a:t>
          </a:r>
          <a:r>
            <a:rPr lang="en-GB" sz="1500" b="1" kern="1200"/>
            <a:t>Coordinator Node</a:t>
          </a:r>
          <a:endParaRPr lang="en-US" sz="1500" kern="1200"/>
        </a:p>
      </dsp:txBody>
      <dsp:txXfrm>
        <a:off x="354957" y="1520413"/>
        <a:ext cx="4623551" cy="399568"/>
      </dsp:txXfrm>
    </dsp:sp>
    <dsp:sp modelId="{25612184-FA2C-4222-B381-F9D494C19B7B}">
      <dsp:nvSpPr>
        <dsp:cNvPr id="0" name=""/>
        <dsp:cNvSpPr/>
      </dsp:nvSpPr>
      <dsp:spPr>
        <a:xfrm>
          <a:off x="0" y="2400597"/>
          <a:ext cx="6666833" cy="87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312420" rIns="51742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Where data is stored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/>
            <a:t>Which server (node) has the required data</a:t>
          </a:r>
          <a:endParaRPr lang="en-US" sz="1500" kern="1200"/>
        </a:p>
      </dsp:txBody>
      <dsp:txXfrm>
        <a:off x="0" y="2400597"/>
        <a:ext cx="6666833" cy="874125"/>
      </dsp:txXfrm>
    </dsp:sp>
    <dsp:sp modelId="{3512D5F0-0811-4900-A775-A75B0A0AEF49}">
      <dsp:nvSpPr>
        <dsp:cNvPr id="0" name=""/>
        <dsp:cNvSpPr/>
      </dsp:nvSpPr>
      <dsp:spPr>
        <a:xfrm>
          <a:off x="333341" y="2179197"/>
          <a:ext cx="4666783" cy="4428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Coordinator checks:</a:t>
          </a:r>
          <a:endParaRPr lang="en-US" sz="1500" kern="1200"/>
        </a:p>
      </dsp:txBody>
      <dsp:txXfrm>
        <a:off x="354957" y="2200813"/>
        <a:ext cx="4623551" cy="399568"/>
      </dsp:txXfrm>
    </dsp:sp>
    <dsp:sp modelId="{202A4047-55FB-4F85-96B7-13497BC93F57}">
      <dsp:nvSpPr>
        <dsp:cNvPr id="0" name=""/>
        <dsp:cNvSpPr/>
      </dsp:nvSpPr>
      <dsp:spPr>
        <a:xfrm>
          <a:off x="0" y="3577122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C542E1-C625-49A2-9ED9-114293E51EF9}">
      <dsp:nvSpPr>
        <dsp:cNvPr id="0" name=""/>
        <dsp:cNvSpPr/>
      </dsp:nvSpPr>
      <dsp:spPr>
        <a:xfrm>
          <a:off x="333341" y="3355722"/>
          <a:ext cx="4666783" cy="44280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Query is divided into smaller parts (if needed)</a:t>
          </a:r>
          <a:endParaRPr lang="en-US" sz="1500" kern="1200"/>
        </a:p>
      </dsp:txBody>
      <dsp:txXfrm>
        <a:off x="354957" y="3377338"/>
        <a:ext cx="4623551" cy="399568"/>
      </dsp:txXfrm>
    </dsp:sp>
    <dsp:sp modelId="{2C1A6E0F-D753-4698-9D30-0F12B22FBE6C}">
      <dsp:nvSpPr>
        <dsp:cNvPr id="0" name=""/>
        <dsp:cNvSpPr/>
      </dsp:nvSpPr>
      <dsp:spPr>
        <a:xfrm>
          <a:off x="0" y="4257522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2C788-FF4D-4781-86C5-182F8422FEDD}">
      <dsp:nvSpPr>
        <dsp:cNvPr id="0" name=""/>
        <dsp:cNvSpPr/>
      </dsp:nvSpPr>
      <dsp:spPr>
        <a:xfrm>
          <a:off x="333341" y="4036122"/>
          <a:ext cx="4666783" cy="4428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Sub-queries are sent to different database servers</a:t>
          </a:r>
          <a:endParaRPr lang="en-US" sz="1500" kern="1200"/>
        </a:p>
      </dsp:txBody>
      <dsp:txXfrm>
        <a:off x="354957" y="4057738"/>
        <a:ext cx="4623551" cy="399568"/>
      </dsp:txXfrm>
    </dsp:sp>
    <dsp:sp modelId="{CFA4C1E5-C368-47C0-A524-1E1858FB9782}">
      <dsp:nvSpPr>
        <dsp:cNvPr id="0" name=""/>
        <dsp:cNvSpPr/>
      </dsp:nvSpPr>
      <dsp:spPr>
        <a:xfrm>
          <a:off x="0" y="4937922"/>
          <a:ext cx="6666833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7EAC25-F43E-4FCB-9FB4-6E9052E17E9C}">
      <dsp:nvSpPr>
        <dsp:cNvPr id="0" name=""/>
        <dsp:cNvSpPr/>
      </dsp:nvSpPr>
      <dsp:spPr>
        <a:xfrm>
          <a:off x="333341" y="4716522"/>
          <a:ext cx="4666783" cy="442800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kern="1200"/>
            <a:t>Simple Flow:</a:t>
          </a:r>
          <a:br>
            <a:rPr lang="en-GB" sz="1500" kern="1200"/>
          </a:br>
          <a:r>
            <a:rPr lang="en-GB" sz="1500" kern="1200"/>
            <a:t>User → Coordinator → Multiple Database Nodes</a:t>
          </a:r>
          <a:endParaRPr lang="en-US" sz="1500" kern="1200"/>
        </a:p>
      </dsp:txBody>
      <dsp:txXfrm>
        <a:off x="354957" y="4738138"/>
        <a:ext cx="4623551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7A17-8F2D-9BD0-82EE-88C8ACA0A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65A8A-8ECA-AAE1-518F-7E8F0AFB5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6DE0A-12E5-9E99-4CB3-96A5E4F54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9898E-5310-3ACA-889B-AB607F707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89AD8-36F7-44C7-B108-61832C6B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5662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BF58E-C3F8-37BD-6710-3F541F25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B1E19-B501-5915-66AF-25EFBD474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9C136-511E-E22E-7D22-BF480BA00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52A01-C8E2-1828-9812-03793B46A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87B65-E0CE-17A7-7AB0-BE977314F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80422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4AAF4-3A99-CACE-31B3-EA0A8C6FE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2D24FE-89B2-3A8F-9B5B-5D98C345B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6C4B0-3290-2003-4FB0-0F64AD66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C4A83-2063-34B5-325B-B2A45924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46ED0-875B-564F-50C2-59A56133A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11524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D7CC4-E44E-1BD3-2C8C-09B97B28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954C5-381C-3353-38CB-92CDC334A4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7DBD3-ADE0-1D29-0041-C7E130BFED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788D45-76FE-A903-62F1-357D1968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E02EB-A302-3074-2A28-8C1981391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10F89-C86D-F00E-E001-FAC69599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05934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EABBC-0D51-A095-0B28-F42CF1786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B460C-9239-1B6B-CD75-20AD773F9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D4171-F0AC-A55B-9ED5-9015F759D1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FF76B-BD8E-E38B-BB97-7C2C9C8E3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11F9F-470A-07E4-B573-767A187835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543F77-5CDD-F86F-F64B-0E188E61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582F26-C508-1F36-2C74-CEE18C548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70EC4A-68AE-6665-6CAD-EFD5E7DEC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99316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C59D-B359-942C-B21B-6F0D58A8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DEF813-4BC6-ABF3-8B2A-A2D54670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12383E-52A3-98CE-06D9-213CE010C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1443C-7CD0-EAB4-821B-CEAB8AB3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23316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5EE07A-45FC-7DE0-07FF-D1003AA5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DB8384-2F57-C5A7-52A9-FD2576D2D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A7D97-3DD5-578A-6989-29767C8CC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5517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610D1-D3B8-CEF7-C2DC-1745FD16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64195-6FD7-C63C-04D5-46F96DDC98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07F51E-EF7E-5262-F7F0-A732E281D3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4A19-C8A4-DEB1-64D5-A2F42B37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4EE3E-7B0C-56DE-B7B5-DCCFCC638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B82DA-5228-C3F6-4C73-7CF13349B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93927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660DB-3814-0540-43E9-AE18B6FD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728A90-A82A-2F3E-63C7-96CAF81C87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7C39D0-E3EA-837F-A8AA-5A62001B4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2CE40-3230-1DDD-5965-10B132EB1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E3A7E-D8D7-82BF-1B9C-695F9C9F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B256E-4F6A-D07B-08FD-473C600D3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11273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E026-9522-F899-D421-9A5357D9B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362484-32CA-1893-7312-3F90D1ACB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629B8-12C9-CB85-1681-13F0B2289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364D0-C0D8-1B81-94CB-C3796D9F4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B7DBA-6F58-7C1C-3D2A-ABD703CC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40153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212180-946D-3ADB-BD10-E5F61A48E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E4B85-2501-BB01-CEA0-463B2A0C8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894B3-3183-46A1-7B00-F1D38071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6DA81-2480-1E43-5F74-058D4FE2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FA2DE-20E6-06F1-2F9A-249139446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435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80DCF-53FB-3C01-096B-2C19716DF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5379A-EC40-5886-49CE-D64B80EE1F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3AFE3-48FE-7F1F-A18C-C88474A500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2566C5-639F-4EDF-B12B-996C3C92EC21}" type="datetimeFigureOut">
              <a:rPr lang="en-PK" smtClean="0"/>
              <a:t>12/02/2026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D4F986-DFD2-F39E-82ED-D863E5716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D0A5A-00D3-2014-6B38-39A101BA3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4DC01-CDFB-47EA-A2CF-65BB8AD65170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3669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ED79DA-D63C-CED1-E492-CA809C144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How Data  Travelled in</a:t>
            </a:r>
            <a:br>
              <a:rPr lang="en-GB" sz="4000">
                <a:solidFill>
                  <a:srgbClr val="FFFFFF"/>
                </a:solidFill>
              </a:rPr>
            </a:br>
            <a:r>
              <a:rPr lang="en-GB" sz="4000">
                <a:solidFill>
                  <a:srgbClr val="FFFFFF"/>
                </a:solidFill>
              </a:rPr>
              <a:t>Distributed Database?</a:t>
            </a:r>
            <a:endParaRPr lang="en-PK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2DFAB2-931D-40BB-1318-E1DA75C7F6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279410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0541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DA0DC-CF33-3C29-7041-DAEFBC238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 dirty="0" err="1">
                <a:solidFill>
                  <a:srgbClr val="FFFFFF"/>
                </a:solidFill>
              </a:rPr>
              <a:t>UnStructured</a:t>
            </a:r>
            <a:r>
              <a:rPr lang="en-GB" sz="4100" dirty="0">
                <a:solidFill>
                  <a:srgbClr val="FFFFFF"/>
                </a:solidFill>
              </a:rPr>
              <a:t> To Structured</a:t>
            </a:r>
            <a:br>
              <a:rPr lang="en-GB" sz="4100" dirty="0">
                <a:solidFill>
                  <a:srgbClr val="FFFFFF"/>
                </a:solidFill>
              </a:rPr>
            </a:br>
            <a:r>
              <a:rPr lang="en-GB" sz="4100" dirty="0">
                <a:solidFill>
                  <a:srgbClr val="FFFFFF"/>
                </a:solidFill>
              </a:rPr>
              <a:t>Database</a:t>
            </a:r>
            <a:endParaRPr lang="en-PK" sz="4100" dirty="0">
              <a:solidFill>
                <a:srgbClr val="FFFFFF"/>
              </a:solidFill>
            </a:endParaRPr>
          </a:p>
        </p:txBody>
      </p:sp>
      <p:sp>
        <p:nvSpPr>
          <p:cNvPr id="45" name="Arc 4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9D9C4A1-CD4D-26C2-6186-824914C9A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1800" b="1"/>
              <a:t>Definition:</a:t>
            </a:r>
            <a:br>
              <a:rPr lang="en-GB" sz="1800"/>
            </a:br>
            <a:r>
              <a:rPr lang="en-GB" sz="1800"/>
              <a:t>Converting unstructured data into structured data means extracting useful information and organizing it into tables (rows and columns).</a:t>
            </a:r>
          </a:p>
          <a:p>
            <a:r>
              <a:rPr lang="en-GB" sz="1800" b="1"/>
              <a:t>Why Conversion is Needed:</a:t>
            </a:r>
            <a:endParaRPr lang="en-GB" sz="1800"/>
          </a:p>
          <a:p>
            <a:r>
              <a:rPr lang="en-GB" sz="1800"/>
              <a:t>Easy data analysis</a:t>
            </a:r>
          </a:p>
          <a:p>
            <a:r>
              <a:rPr lang="en-GB" sz="1800"/>
              <a:t>Faster searching and reporting</a:t>
            </a:r>
          </a:p>
          <a:p>
            <a:r>
              <a:rPr lang="en-GB" sz="1800"/>
              <a:t>Better decision making</a:t>
            </a:r>
          </a:p>
          <a:p>
            <a:r>
              <a:rPr lang="en-GB" sz="1800"/>
              <a:t>Can be stored in databases like MySQL or Oracle</a:t>
            </a:r>
          </a:p>
          <a:p>
            <a:r>
              <a:rPr lang="en-GB" sz="1800" b="1"/>
              <a:t>Common Unstructured Data:</a:t>
            </a:r>
            <a:endParaRPr lang="en-GB" sz="1800"/>
          </a:p>
          <a:p>
            <a:r>
              <a:rPr lang="en-GB" sz="1800"/>
              <a:t>Text documents (PDF, Word)</a:t>
            </a:r>
          </a:p>
          <a:p>
            <a:r>
              <a:rPr lang="en-GB" sz="1800"/>
              <a:t>Emails</a:t>
            </a:r>
          </a:p>
          <a:p>
            <a:r>
              <a:rPr lang="en-GB" sz="1800"/>
              <a:t>Images</a:t>
            </a:r>
          </a:p>
          <a:p>
            <a:r>
              <a:rPr lang="en-GB" sz="1800"/>
              <a:t>Audio and video</a:t>
            </a:r>
          </a:p>
          <a:p>
            <a:r>
              <a:rPr lang="en-GB" sz="1800"/>
              <a:t>Social media posts</a:t>
            </a:r>
          </a:p>
        </p:txBody>
      </p:sp>
    </p:spTree>
    <p:extLst>
      <p:ext uri="{BB962C8B-B14F-4D97-AF65-F5344CB8AC3E}">
        <p14:creationId xmlns:p14="http://schemas.microsoft.com/office/powerpoint/2010/main" val="253236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 descr="Computer script on a screen">
            <a:extLst>
              <a:ext uri="{FF2B5EF4-FFF2-40B4-BE49-F238E27FC236}">
                <a16:creationId xmlns:a16="http://schemas.microsoft.com/office/drawing/2014/main" id="{9D8F4867-53A4-A461-0DC8-FC94460DCE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" r="40606" b="-2"/>
          <a:stretch>
            <a:fillRect/>
          </a:stretch>
        </p:blipFill>
        <p:spPr>
          <a:xfrm>
            <a:off x="2898799" y="3104705"/>
            <a:ext cx="2860502" cy="3217333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134CC3FF-7AA4-46F4-8B24-2F9383D86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11" y="805742"/>
            <a:ext cx="3647770" cy="3193211"/>
            <a:chOff x="1674895" y="1345036"/>
            <a:chExt cx="5428610" cy="421093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75E42E8-8B96-4FF0-9DCC-7E2084C0FD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8FEA8A4-ED0E-429C-884B-1599153B8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7" name="Rectangle 56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685805"/>
            <a:ext cx="3624947" cy="319321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aphic 4">
            <a:extLst>
              <a:ext uri="{FF2B5EF4-FFF2-40B4-BE49-F238E27FC236}">
                <a16:creationId xmlns:a16="http://schemas.microsoft.com/office/drawing/2014/main" id="{5F2AA49C-5AC0-41C7-BFAF-74B8D8293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rgbClr val="FFFFFF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A750A0-64B5-41B2-B525-A914EB40B3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216C77-85C1-4BDC-87A8-7E7593320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71AED48-754E-41AC-9ECC-DB25976447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8005417-D297-404F-82A5-8C4393E85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7F942D6-2D0C-4894-81F0-6F81714BA4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FAD802E-9670-4B80-876B-3FF64D29A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838AF437-0BFB-40E4-ADA0-5749919AAC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8BC9C3D-CBBE-4D29-9DAC-98B3CAF39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7016629-22ED-494E-9205-594895DA9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FF3CC1E-0ED4-4599-9B4E-F057769B96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65A4B3A-F9A7-4FA6-A7F3-EA08E0BA1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783B6A14-A56D-4B95-8395-89CF53A09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49F0868B-B193-43B6-BB1E-1FF72993E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2" name="Graphic 4">
            <a:extLst>
              <a:ext uri="{FF2B5EF4-FFF2-40B4-BE49-F238E27FC236}">
                <a16:creationId xmlns:a16="http://schemas.microsoft.com/office/drawing/2014/main" id="{BB32367D-C4F2-49D5-A586-298C7CA82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9048" y="2335801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1FF7EE7-ACA2-4BFF-BA75-7FAE93FBB6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47462E-B5E8-4F02-A1E4-BD0380A22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12CE109-6153-414A-B2D6-C4F9C6FA2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AF530F5-D68D-4BC8-8984-F1A8B5DE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EB69747-F9DD-4B80-B488-D5565D0BC6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3AFB787-B8A4-4269-9DA9-FF4A660303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E682D93-25A6-4D91-9A81-3F247BBEE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D5F48B5-53B4-4DA8-B929-6AFF506589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CA195A3-2A74-4D13-A1B8-24765E26B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98F1918-C39D-4713-AB21-685A94435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3592273-DEE6-42E1-B824-11D544332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2D6F82B-B619-4D8B-85AE-0E57103BA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246C574-90D4-412B-9444-203F7C83CD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05046-16EF-C902-4235-020509798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685805"/>
            <a:ext cx="4974771" cy="5534019"/>
          </a:xfrm>
        </p:spPr>
        <p:txBody>
          <a:bodyPr>
            <a:normAutofit/>
          </a:bodyPr>
          <a:lstStyle/>
          <a:p>
            <a:r>
              <a:rPr lang="en-GB" sz="1500" b="1">
                <a:solidFill>
                  <a:schemeClr val="bg1"/>
                </a:solidFill>
              </a:rPr>
              <a:t>Steps to Convert Unstructured Data to Structured Data</a:t>
            </a:r>
          </a:p>
          <a:p>
            <a:r>
              <a:rPr lang="en-GB" sz="1500" b="1">
                <a:solidFill>
                  <a:schemeClr val="bg1"/>
                </a:solidFill>
              </a:rPr>
              <a:t>1. Data Collection</a:t>
            </a:r>
            <a:endParaRPr lang="en-GB" sz="1500">
              <a:solidFill>
                <a:schemeClr val="bg1"/>
              </a:solidFill>
            </a:endParaRPr>
          </a:p>
          <a:p>
            <a:r>
              <a:rPr lang="en-GB" sz="1500">
                <a:solidFill>
                  <a:schemeClr val="bg1"/>
                </a:solidFill>
              </a:rPr>
              <a:t>Gather unstructured data from files, emails, websites, etc.</a:t>
            </a:r>
          </a:p>
          <a:p>
            <a:r>
              <a:rPr lang="en-GB" sz="1500" b="1">
                <a:solidFill>
                  <a:schemeClr val="bg1"/>
                </a:solidFill>
              </a:rPr>
              <a:t>2. Data Processing</a:t>
            </a:r>
            <a:endParaRPr lang="en-GB" sz="1500">
              <a:solidFill>
                <a:schemeClr val="bg1"/>
              </a:solidFill>
            </a:endParaRPr>
          </a:p>
          <a:p>
            <a:r>
              <a:rPr lang="en-GB" sz="1500">
                <a:solidFill>
                  <a:schemeClr val="bg1"/>
                </a:solidFill>
              </a:rPr>
              <a:t>Text: use keyword extraction or NLP</a:t>
            </a:r>
          </a:p>
          <a:p>
            <a:r>
              <a:rPr lang="en-GB" sz="1500">
                <a:solidFill>
                  <a:schemeClr val="bg1"/>
                </a:solidFill>
              </a:rPr>
              <a:t>Images: use OCR to extract </a:t>
            </a:r>
          </a:p>
          <a:p>
            <a:r>
              <a:rPr lang="en-GB" sz="1500">
                <a:solidFill>
                  <a:schemeClr val="bg1"/>
                </a:solidFill>
              </a:rPr>
              <a:t>Audio/Video: use speech-to-text</a:t>
            </a:r>
          </a:p>
          <a:p>
            <a:r>
              <a:rPr lang="en-GB" sz="1500" b="1">
                <a:solidFill>
                  <a:schemeClr val="bg1"/>
                </a:solidFill>
              </a:rPr>
              <a:t>3. Data Cleaning</a:t>
            </a:r>
            <a:endParaRPr lang="en-GB" sz="1500">
              <a:solidFill>
                <a:schemeClr val="bg1"/>
              </a:solidFill>
            </a:endParaRPr>
          </a:p>
          <a:p>
            <a:r>
              <a:rPr lang="en-GB" sz="1500">
                <a:solidFill>
                  <a:schemeClr val="bg1"/>
                </a:solidFill>
              </a:rPr>
              <a:t>Remove noise, errors, duplicates</a:t>
            </a:r>
          </a:p>
          <a:p>
            <a:r>
              <a:rPr lang="en-GB" sz="1500">
                <a:solidFill>
                  <a:schemeClr val="bg1"/>
                </a:solidFill>
              </a:rPr>
              <a:t>Standardize formats</a:t>
            </a:r>
          </a:p>
          <a:p>
            <a:r>
              <a:rPr lang="en-GB" sz="1500" b="1">
                <a:solidFill>
                  <a:schemeClr val="bg1"/>
                </a:solidFill>
              </a:rPr>
              <a:t>4. Data Structuring</a:t>
            </a:r>
            <a:endParaRPr lang="en-GB" sz="1500">
              <a:solidFill>
                <a:schemeClr val="bg1"/>
              </a:solidFill>
            </a:endParaRPr>
          </a:p>
          <a:p>
            <a:r>
              <a:rPr lang="en-GB" sz="1500">
                <a:solidFill>
                  <a:schemeClr val="bg1"/>
                </a:solidFill>
              </a:rPr>
              <a:t>Organize extracted data into tables</a:t>
            </a:r>
          </a:p>
          <a:p>
            <a:r>
              <a:rPr lang="en-GB" sz="1500">
                <a:solidFill>
                  <a:schemeClr val="bg1"/>
                </a:solidFill>
              </a:rPr>
              <a:t>Define columns (Name, Date, Amount, etc.)</a:t>
            </a:r>
          </a:p>
          <a:p>
            <a:r>
              <a:rPr lang="en-GB" sz="1500" b="1">
                <a:solidFill>
                  <a:schemeClr val="bg1"/>
                </a:solidFill>
              </a:rPr>
              <a:t>5. Store in Database</a:t>
            </a:r>
            <a:endParaRPr lang="en-GB" sz="1500">
              <a:solidFill>
                <a:schemeClr val="bg1"/>
              </a:solidFill>
            </a:endParaRPr>
          </a:p>
          <a:p>
            <a:r>
              <a:rPr lang="en-GB" sz="1500">
                <a:solidFill>
                  <a:schemeClr val="bg1"/>
                </a:solidFill>
              </a:rPr>
              <a:t>Save structured data in SQL databases</a:t>
            </a:r>
          </a:p>
        </p:txBody>
      </p:sp>
    </p:spTree>
    <p:extLst>
      <p:ext uri="{BB962C8B-B14F-4D97-AF65-F5344CB8AC3E}">
        <p14:creationId xmlns:p14="http://schemas.microsoft.com/office/powerpoint/2010/main" val="3316749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233</Words>
  <Application>Microsoft Office PowerPoint</Application>
  <PresentationFormat>Widescreen</PresentationFormat>
  <Paragraphs>38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How Data  Travelled in Distributed Database?</vt:lpstr>
      <vt:lpstr>UnStructured To Structured Database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DANIYAL SAEED</dc:creator>
  <cp:lastModifiedBy>DANIYAL SAEED</cp:lastModifiedBy>
  <cp:revision>5</cp:revision>
  <dcterms:created xsi:type="dcterms:W3CDTF">2026-02-11T08:46:20Z</dcterms:created>
  <dcterms:modified xsi:type="dcterms:W3CDTF">2026-02-12T11:51:49Z</dcterms:modified>
</cp:coreProperties>
</file>